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49" d="100"/>
          <a:sy n="49" d="100"/>
        </p:scale>
        <p:origin x="4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7BC8E-6A17-40EC-A793-01C7DC955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7215A3-F270-4C37-9F6E-E8B63228F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8EC57A-9EC2-484B-9A46-B13BBF37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1D00C0-806B-4559-A7BE-BFF264F4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232AD-7A9E-4238-9BD3-EE5B6308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66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BBC7B-43CC-4866-9BEF-0F1FBEF4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F0853D-B0B7-4E10-9FF1-8B787022B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3C278D-3E4B-4604-B8A7-E523FF3D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31FC8D-B3E8-4454-BCE2-1D5D80D0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C86662-E65A-4DFA-93AB-4BD12D4A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04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EB41E-222C-4228-8E37-9CEAC35C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0AE468-4022-44F2-B046-0B41535B6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E0B9A5-B230-44C1-B04A-DCCD13C5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2BC8C9-0E33-44E8-93B0-4D7C0759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0252DB-7F0D-45F8-9D2E-878D4112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52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72378-E24E-4227-A8D8-F326EF01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AB93BB-CCE3-4F3A-B7F2-A325EAFC0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4D4D94-09F9-49E0-B28E-2011C3959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9C6E9-8C80-49EC-8436-86E14652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EEDC49-E72C-42B0-AF10-9D778D4E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56E9C1-2EDC-46DC-8672-48305B72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21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FD6F73-E84C-461C-BF49-F19A0EC7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AB56F3-74AE-4D60-8ACF-3BAD784B7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C55C3A-34CE-4B9B-BDBF-4645222CF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FCC4C-402A-447B-A205-59EE6CDA2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BDDE54-2159-4EFB-A822-F2917F8D2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51230D-E2B6-4A90-A693-BFC6F843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05F735-9872-46A1-8D99-1FD3DC7E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5A92FE9-2A0A-4F8C-8468-C6FD6B20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75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2856F-583B-49A7-B3AE-3D8D804A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4655C6-C3F5-444C-84AE-D96A62B0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098E4F-5FC6-41D2-B59E-FF05CFFF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4BC22D-ACE0-4C13-A0BE-549C79CA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8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8ACF32-9BA9-486F-A4E3-5842D481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DDFEE2-89E4-4EC3-8319-B590C9EF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6C1C4F-B1A1-4D1E-96ED-E922119F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84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CD6D6-359D-46AD-B614-9205E6CA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D3C4CC-8913-4D12-9589-FE91E7A9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F4F163-C9C7-44DE-A86B-2AFE05397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A00E60-DB42-48FE-B354-15B9EDD6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E307AB-FB8A-4C8B-9400-037EA7F7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7656B8-F22C-4338-8F11-705EAFF0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68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7ECF76-0E80-4C95-A361-37E23AE9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641526-7EA0-4025-80EF-E2F0717AA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BD9A17-8FDF-42CD-80FE-843C22AE6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E3B9A1-5982-4D0E-85C2-8A127F36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D81AB1-471D-440E-B139-1200014D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0EFACC-3C2B-42F2-9708-D9CDF090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89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D1DE7-E78E-4309-AF99-3D7CCAF5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CF4854-EF4A-4FD4-AB90-FE57CF422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886BF-15C5-4F77-911E-BB2FD898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8C52EA-5878-49C9-8F26-157B5044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290C07-31AC-4E1D-8F48-5582B82B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96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A6065B-72AC-4E40-9AF1-9FBBDA44A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67F27B-34F7-49E3-AD9D-17452ACB6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0B9F5C-4F6C-4626-AC10-9BB3B17C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67698E-6FCD-4347-BAE3-39F53DFB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789CB-11F3-41F6-B4AE-21298BDC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87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9C9648-5ACF-4F68-8DC7-2D88F211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FA0584-6184-49C4-B5BF-3E8B01A51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C4D85-52A0-4FD3-B31C-7E83FF258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4960D-B46B-4CE3-B874-0C7E47AE79DF}" type="datetimeFigureOut">
              <a:rPr lang="fr-FR" smtClean="0"/>
              <a:t>21/04/2024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A7EBE1-AB57-4AE0-91EB-D8DEC6B67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D5B6D1-E909-47B5-88D2-9E42E6B7F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9A8F5-4B3E-46D2-9279-0BB9BB6820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7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1ED6680-0115-453B-B866-17C079A4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14" y="550743"/>
            <a:ext cx="5756509" cy="5756509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F2C1D8D-5F26-4960-9F81-BBDBD2D8A1F8}"/>
              </a:ext>
            </a:extLst>
          </p:cNvPr>
          <p:cNvSpPr/>
          <p:nvPr/>
        </p:nvSpPr>
        <p:spPr>
          <a:xfrm>
            <a:off x="8835990" y="86624"/>
            <a:ext cx="952902" cy="6684745"/>
          </a:xfrm>
          <a:prstGeom prst="roundRect">
            <a:avLst>
              <a:gd name="adj" fmla="val 42835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Graphique 4" descr="Combiné avec un remplissage uni">
            <a:extLst>
              <a:ext uri="{FF2B5EF4-FFF2-40B4-BE49-F238E27FC236}">
                <a16:creationId xmlns:a16="http://schemas.microsoft.com/office/drawing/2014/main" id="{DF99E8C8-FD5C-4490-861D-FC6CEF6AD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4136" y="2371779"/>
            <a:ext cx="407470" cy="407470"/>
          </a:xfrm>
          <a:prstGeom prst="rect">
            <a:avLst/>
          </a:prstGeom>
        </p:spPr>
      </p:pic>
      <p:pic>
        <p:nvPicPr>
          <p:cNvPr id="6" name="Graphique 5" descr="Enveloppe avec un remplissage uni">
            <a:extLst>
              <a:ext uri="{FF2B5EF4-FFF2-40B4-BE49-F238E27FC236}">
                <a16:creationId xmlns:a16="http://schemas.microsoft.com/office/drawing/2014/main" id="{5802B3AE-179D-498A-8DB3-F5D2AD1AF3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8921" y="3308610"/>
            <a:ext cx="595163" cy="595163"/>
          </a:xfrm>
          <a:prstGeom prst="rect">
            <a:avLst/>
          </a:prstGeom>
        </p:spPr>
      </p:pic>
      <p:pic>
        <p:nvPicPr>
          <p:cNvPr id="7" name="Graphique 6" descr="Repère avec un remplissage uni">
            <a:extLst>
              <a:ext uri="{FF2B5EF4-FFF2-40B4-BE49-F238E27FC236}">
                <a16:creationId xmlns:a16="http://schemas.microsoft.com/office/drawing/2014/main" id="{C1972D73-70DB-496F-8396-EC2EBA69B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4859" y="4445216"/>
            <a:ext cx="595163" cy="595163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DFE36F7-9416-432A-A901-3CC8A31A9E6D}"/>
              </a:ext>
            </a:extLst>
          </p:cNvPr>
          <p:cNvSpPr/>
          <p:nvPr/>
        </p:nvSpPr>
        <p:spPr>
          <a:xfrm>
            <a:off x="9536227" y="2281123"/>
            <a:ext cx="2298836" cy="59516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+221 77 464 67 83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6915DE2-7A0B-4C12-BC21-9622D3A2BF13}"/>
              </a:ext>
            </a:extLst>
          </p:cNvPr>
          <p:cNvSpPr/>
          <p:nvPr/>
        </p:nvSpPr>
        <p:spPr>
          <a:xfrm>
            <a:off x="9610022" y="3290648"/>
            <a:ext cx="2298836" cy="59516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barryalhassane476@gmail.com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A854D09-7B0F-4C18-8A3E-A107324F363E}"/>
              </a:ext>
            </a:extLst>
          </p:cNvPr>
          <p:cNvSpPr/>
          <p:nvPr/>
        </p:nvSpPr>
        <p:spPr>
          <a:xfrm>
            <a:off x="9610022" y="4433134"/>
            <a:ext cx="2298836" cy="59516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Dakar, Guédiawaye</a:t>
            </a:r>
          </a:p>
        </p:txBody>
      </p:sp>
      <p:pic>
        <p:nvPicPr>
          <p:cNvPr id="12" name="Graphique 11" descr="Badge d'employé avec un remplissage uni">
            <a:extLst>
              <a:ext uri="{FF2B5EF4-FFF2-40B4-BE49-F238E27FC236}">
                <a16:creationId xmlns:a16="http://schemas.microsoft.com/office/drawing/2014/main" id="{77D5033A-A42C-4D56-8B50-FD0FBB2437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5795" y="1166720"/>
            <a:ext cx="744152" cy="744152"/>
          </a:xfrm>
          <a:prstGeom prst="rect">
            <a:avLst/>
          </a:prstGeom>
        </p:spPr>
      </p:pic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D9F5C5E-55F1-4D7D-BA3E-C402A1EBC146}"/>
              </a:ext>
            </a:extLst>
          </p:cNvPr>
          <p:cNvSpPr/>
          <p:nvPr/>
        </p:nvSpPr>
        <p:spPr>
          <a:xfrm>
            <a:off x="9610022" y="1271598"/>
            <a:ext cx="2298836" cy="59516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Alhassane Barry</a:t>
            </a:r>
          </a:p>
        </p:txBody>
      </p:sp>
    </p:spTree>
    <p:extLst>
      <p:ext uri="{BB962C8B-B14F-4D97-AF65-F5344CB8AC3E}">
        <p14:creationId xmlns:p14="http://schemas.microsoft.com/office/powerpoint/2010/main" val="2204059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313836-C64C-4013-82EC-8B0F20272D37}"/>
              </a:ext>
            </a:extLst>
          </p:cNvPr>
          <p:cNvSpPr/>
          <p:nvPr/>
        </p:nvSpPr>
        <p:spPr>
          <a:xfrm>
            <a:off x="-2592" y="-6807"/>
            <a:ext cx="6516303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B43B4B-DBF7-414C-9256-D195FBE45962}"/>
              </a:ext>
            </a:extLst>
          </p:cNvPr>
          <p:cNvSpPr/>
          <p:nvPr/>
        </p:nvSpPr>
        <p:spPr>
          <a:xfrm>
            <a:off x="6651057" y="1"/>
            <a:ext cx="6737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08DF033-2F21-4888-829F-27689D64B376}"/>
              </a:ext>
            </a:extLst>
          </p:cNvPr>
          <p:cNvSpPr/>
          <p:nvPr/>
        </p:nvSpPr>
        <p:spPr>
          <a:xfrm>
            <a:off x="5424239" y="1951521"/>
            <a:ext cx="1803132" cy="7796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FB688B6-321D-428C-A7C2-5334231FAF51}"/>
              </a:ext>
            </a:extLst>
          </p:cNvPr>
          <p:cNvSpPr/>
          <p:nvPr/>
        </p:nvSpPr>
        <p:spPr>
          <a:xfrm>
            <a:off x="5748285" y="3032372"/>
            <a:ext cx="1803132" cy="7796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7977A61-326F-48D3-86C0-9352DDBAE8AC}"/>
              </a:ext>
            </a:extLst>
          </p:cNvPr>
          <p:cNvSpPr/>
          <p:nvPr/>
        </p:nvSpPr>
        <p:spPr>
          <a:xfrm>
            <a:off x="5882239" y="4165545"/>
            <a:ext cx="1803132" cy="77964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 descr="Combiné avec un remplissage uni">
            <a:extLst>
              <a:ext uri="{FF2B5EF4-FFF2-40B4-BE49-F238E27FC236}">
                <a16:creationId xmlns:a16="http://schemas.microsoft.com/office/drawing/2014/main" id="{2ADC237A-2534-4192-80A7-715A06A88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581" y="3108717"/>
            <a:ext cx="640565" cy="640565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DA37DD2E-6747-4292-BA09-647867E16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1863" y="4236074"/>
            <a:ext cx="652113" cy="652113"/>
          </a:xfrm>
          <a:prstGeom prst="rect">
            <a:avLst/>
          </a:prstGeom>
        </p:spPr>
      </p:pic>
      <p:pic>
        <p:nvPicPr>
          <p:cNvPr id="11" name="Graphique 10" descr="Repère avec un remplissage uni">
            <a:extLst>
              <a:ext uri="{FF2B5EF4-FFF2-40B4-BE49-F238E27FC236}">
                <a16:creationId xmlns:a16="http://schemas.microsoft.com/office/drawing/2014/main" id="{84580A2A-7EA9-427E-8312-695D9C6D5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7212" y="1977338"/>
            <a:ext cx="657575" cy="65757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78FEBD6-870C-4E48-9F6A-8523C6605B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667" y="2306125"/>
            <a:ext cx="4470482" cy="447048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B0C6536-4FE9-410D-824F-C48D8A3F91BD}"/>
              </a:ext>
            </a:extLst>
          </p:cNvPr>
          <p:cNvSpPr/>
          <p:nvPr/>
        </p:nvSpPr>
        <p:spPr>
          <a:xfrm>
            <a:off x="2047205" y="2083868"/>
            <a:ext cx="3334575" cy="647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Bahnschrift SemiLight" panose="020B0502040204020203" pitchFamily="34" charset="0"/>
              </a:rPr>
              <a:t>Sénégal, Dakar, Guédiawaye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41B2EC-71BC-4AFF-832E-4EB0E49DEBC3}"/>
              </a:ext>
            </a:extLst>
          </p:cNvPr>
          <p:cNvSpPr/>
          <p:nvPr/>
        </p:nvSpPr>
        <p:spPr>
          <a:xfrm>
            <a:off x="2465326" y="3303988"/>
            <a:ext cx="2916454" cy="647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+221 77 464 67 83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E645F4-6F84-4A76-B4D7-3F600B6BFB87}"/>
              </a:ext>
            </a:extLst>
          </p:cNvPr>
          <p:cNvSpPr/>
          <p:nvPr/>
        </p:nvSpPr>
        <p:spPr>
          <a:xfrm>
            <a:off x="2190151" y="4406794"/>
            <a:ext cx="3234088" cy="570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barryalhassane476@gmail.com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F90B25-819C-4A73-A25E-38D86B0EA2B0}"/>
              </a:ext>
            </a:extLst>
          </p:cNvPr>
          <p:cNvSpPr/>
          <p:nvPr/>
        </p:nvSpPr>
        <p:spPr>
          <a:xfrm>
            <a:off x="7227371" y="327260"/>
            <a:ext cx="4604030" cy="1245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>
                <a:solidFill>
                  <a:schemeClr val="accent1">
                    <a:lumMod val="50000"/>
                  </a:schemeClr>
                </a:solidFill>
                <a:latin typeface="Colonna MT" panose="04020805060202030203" pitchFamily="82" charset="0"/>
              </a:rPr>
              <a:t>Alhassane Barry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30D7CC9-8C1C-4ADE-A3D3-531171033F95}"/>
              </a:ext>
            </a:extLst>
          </p:cNvPr>
          <p:cNvSpPr/>
          <p:nvPr/>
        </p:nvSpPr>
        <p:spPr>
          <a:xfrm>
            <a:off x="7924975" y="1175155"/>
            <a:ext cx="3208822" cy="5871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Ingénieur Informatique </a:t>
            </a:r>
          </a:p>
        </p:txBody>
      </p:sp>
    </p:spTree>
    <p:extLst>
      <p:ext uri="{BB962C8B-B14F-4D97-AF65-F5344CB8AC3E}">
        <p14:creationId xmlns:p14="http://schemas.microsoft.com/office/powerpoint/2010/main" val="39098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36</Words>
  <Application>Microsoft Office PowerPoint</Application>
  <PresentationFormat>Grand écran</PresentationFormat>
  <Paragraphs>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Bahnschrift SemiLight</vt:lpstr>
      <vt:lpstr>Calibri</vt:lpstr>
      <vt:lpstr>Calibri Light</vt:lpstr>
      <vt:lpstr>Colonna MT</vt:lpstr>
      <vt:lpstr>Times New Roman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Alhassane</dc:creator>
  <cp:lastModifiedBy>Alhassane</cp:lastModifiedBy>
  <cp:revision>14</cp:revision>
  <dcterms:created xsi:type="dcterms:W3CDTF">2024-03-26T17:58:39Z</dcterms:created>
  <dcterms:modified xsi:type="dcterms:W3CDTF">2024-04-21T17:27:24Z</dcterms:modified>
</cp:coreProperties>
</file>